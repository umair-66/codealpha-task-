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Secure Coding Review — Python (Task 3)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Scope: Flask app • Method: Manual review + conceptual SAST • OWASP/CERT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F1 SQL Injection (/login)</a:t>
            </a:r>
          </a:p>
          <a:p>
            <a:pPr/>
            <a:r>
              <a:t>F2 Command Injection (/exec)</a:t>
            </a:r>
          </a:p>
          <a:p>
            <a:pPr/>
            <a:r>
              <a:t>F3 Path Traversal (/read)</a:t>
            </a:r>
          </a:p>
          <a:p>
            <a:pPr/>
            <a:r>
              <a:t>F4 Code Injection (/calc)</a:t>
            </a:r>
          </a:p>
          <a:p>
            <a:pPr/>
            <a:r>
              <a:t>F5 Unsafe Deserialization (/loads)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 &amp; Design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F6 Hardcoded SECRET_KEY</a:t>
            </a:r>
          </a:p>
          <a:p>
            <a:pPr/>
            <a:r>
              <a:t>F7 Debug=True in production</a:t>
            </a:r>
          </a:p>
          <a:p>
            <a:pPr/>
            <a:r>
              <a:t>F8 Missing CSRF/session hardening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Validate &amp; encode inputs (whitelists)</a:t>
            </a:r>
          </a:p>
          <a:p>
            <a:pPr/>
            <a:r>
              <a:t>Parameterized SQL; ORM usage</a:t>
            </a:r>
          </a:p>
          <a:p>
            <a:pPr/>
            <a:r>
              <a:t>Avoid eval/shell/pickle on untrusted input</a:t>
            </a:r>
          </a:p>
          <a:p>
            <a:pPr/>
            <a:r>
              <a:t>Secrets in env vars; enable TLS</a:t>
            </a:r>
          </a:p>
          <a:p>
            <a:pPr/>
            <a:r>
              <a:t>Bandit &amp; pip-audit in CI; unit tests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